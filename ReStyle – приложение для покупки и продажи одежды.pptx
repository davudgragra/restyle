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C936F-8940-FC0F-3ECF-18DEB14EB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598231-A79E-EF10-3CB5-B98824DA5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A9CD5-3AB2-0D8E-C178-EB4EFC25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1E4079-B369-A14E-272E-9BC624DF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B4F95-85AF-B8BD-01CB-61E71076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77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59895-0621-EE41-8C12-F1BBA17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32260-0391-39FD-E1A4-916435A21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D6FC74-9153-1501-E321-8B5DFE5A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3E18E1-1576-A8E0-3C6E-8FF5EB2C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70D7CB-D326-4C16-734F-D4A7398C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1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6ADD1-0EAA-618F-C4DA-5D9528E8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B45BB7-9950-C59B-6C4F-8F704ED81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C3FD0-90F0-E7B3-E9FD-15E69E67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348C8-0FBD-9CD2-6FDA-1709FAC1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524DEE-CF00-2F00-B875-16501AEC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54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34F40-4B1F-0FCD-C175-A53CB8AA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91A844-6770-FA7A-B4A4-FA2017A93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777058-277D-64E8-8A12-594F8C2CE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F41A00-B385-D669-2AF0-A0E36F552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2BA999-AC9E-E302-0CA7-83229035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EDD20A-24C4-92AA-ABA4-0DFC0709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22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577E1-7CDB-048A-0632-623EE46A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C4BA5B-C1D4-96EA-D28D-030034451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A41193-1CA6-E8FC-8559-807A71CA2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01EBB7-1718-B5FD-C7C8-0F004BC0B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087BA9-8F07-883A-5654-A99BB90C2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0C2D49-2E1F-27A9-DA49-ED352BF2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C87B3A-CC57-25C0-1B7F-164F5B20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887423-393A-1C0C-5C70-2AE29FCB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19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4F442-E56F-BC0B-9377-4024149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E9661A-83AD-972B-D32E-562102E7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9084D6-7559-3841-7808-26885913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79EF57-249E-33B3-B087-E6925244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82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EBDB61-10EF-8A3F-57AE-C67AC28E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2EB10C-EC42-4A6D-887D-57DE5F9D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E6E24F-8172-C0BE-D088-DE31BA4B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17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CAC82-7FC4-3FD6-8121-03B5AEC1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AEFDD-AB57-B6A4-F5F3-09897BDCE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4121CD-9C96-B2A1-0D45-4008789C2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818A17-EFC5-0748-7ADF-AB06368A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6D20B7-55CF-5C4B-2B3D-67E52B22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E399E-B595-AE61-AA87-8682943B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0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CBC0F-8609-5792-57DB-C50162C4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FAC2AE-647C-844E-E8A6-A29660FA8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AE98F8-7731-3FCC-2B8E-13B9FB4E7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B43606-52AA-46C6-5202-CC0E72FE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85AFA4-7BBF-5C02-34B7-B79ABECA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1B10D6-9989-FFFF-5335-273E175A3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41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DF888-6B66-836B-A0AD-03B19908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662BE5-3618-C96C-7930-9DE0C2791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A37A0A-F861-AF18-5CE3-6D157380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CCFB71-151B-E75B-9056-FF596A92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B795D0-FC28-7A6F-B381-296201D1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4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D7B98C-87A0-EE81-35BE-36628DE9F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6E83DC-CAF0-7BC1-B26D-746817939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AE9A8-C99B-4479-BF46-36A50CA7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9D4A64-F4E5-5BF0-6EBE-E952B134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06E46-7264-2805-9EBE-1EC40A9A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54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0427E-D773-6091-F59D-212738E1F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D73FD2-5BC3-7641-D55E-193F5E6AB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8E4445-E17D-A71F-8FC4-0C147B2A2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4CA5E-9C6F-4404-8B09-D9088618796D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7FB4E-7759-B2DF-1629-29FC00D6A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D7D9E7-437F-19E7-1679-5A4D9D97B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1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68971-D5B2-56DC-0440-9C91A9E6E7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ReStyle</a:t>
            </a:r>
            <a:r>
              <a:rPr lang="ru-RU" b="1" dirty="0"/>
              <a:t> – приложение для покупки и продажи одежды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CBB615-1E72-DD4B-CA89-41EEA4064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Автор: </a:t>
            </a:r>
            <a:r>
              <a:rPr lang="ru-RU" dirty="0" err="1"/>
              <a:t>Гурметов</a:t>
            </a:r>
            <a:r>
              <a:rPr lang="ru-RU" dirty="0"/>
              <a:t> Давид 408ИС-22</a:t>
            </a:r>
          </a:p>
          <a:p>
            <a:r>
              <a:rPr lang="ru-RU" dirty="0"/>
              <a:t>Руководитель: Кусков Ф.В.</a:t>
            </a:r>
          </a:p>
        </p:txBody>
      </p:sp>
    </p:spTree>
    <p:extLst>
      <p:ext uri="{BB962C8B-B14F-4D97-AF65-F5344CB8AC3E}">
        <p14:creationId xmlns:p14="http://schemas.microsoft.com/office/powerpoint/2010/main" val="225990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AAC77-DF44-D88F-89B1-B41CCCD1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План презентации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590766-E810-494B-8388-DCDC6CDAD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Анализ рынка и постановка задачи</a:t>
            </a:r>
          </a:p>
          <a:p>
            <a:r>
              <a:rPr lang="ru-RU" dirty="0"/>
              <a:t>Исследование существующих решений</a:t>
            </a:r>
          </a:p>
          <a:p>
            <a:r>
              <a:rPr lang="ru-RU" dirty="0"/>
              <a:t>Целевая аудитория и потребности</a:t>
            </a:r>
          </a:p>
          <a:p>
            <a:r>
              <a:rPr lang="ru-RU" dirty="0"/>
              <a:t>Функциональные и нефункциональные требования</a:t>
            </a:r>
          </a:p>
          <a:p>
            <a:r>
              <a:rPr lang="ru-RU" dirty="0"/>
              <a:t>Архитектура и интерфейс</a:t>
            </a:r>
          </a:p>
          <a:p>
            <a:r>
              <a:rPr lang="ru-RU" dirty="0"/>
              <a:t>Реализованный функционал</a:t>
            </a:r>
          </a:p>
          <a:p>
            <a:r>
              <a:rPr lang="ru-RU" dirty="0"/>
              <a:t>Тестирование и отладка</a:t>
            </a:r>
          </a:p>
          <a:p>
            <a:r>
              <a:rPr lang="ru-RU" dirty="0"/>
              <a:t>Документирование</a:t>
            </a:r>
          </a:p>
          <a:p>
            <a:r>
              <a:rPr lang="ru-RU" dirty="0"/>
              <a:t>Планы развития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90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29D4C-6158-C549-6819-E5A13E66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Идея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ED316-5DA8-A8EB-4A6F-BA4DE71BA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err="1"/>
              <a:t>ReStyle</a:t>
            </a:r>
            <a:r>
              <a:rPr lang="ru-RU" dirty="0"/>
              <a:t> — это удобная и безопасная платформа для покупки и продажи одежды, обуви и аксессуаров.</a:t>
            </a:r>
          </a:p>
          <a:p>
            <a:pPr marL="0" indent="0">
              <a:buNone/>
            </a:pPr>
            <a:r>
              <a:rPr lang="ru-RU" b="1" dirty="0"/>
              <a:t>Приложение помогает:</a:t>
            </a:r>
            <a:endParaRPr lang="ru-RU" dirty="0"/>
          </a:p>
          <a:p>
            <a:r>
              <a:rPr lang="ru-RU" dirty="0"/>
              <a:t>Продавцам легко размещать и управлять товарами</a:t>
            </a:r>
          </a:p>
          <a:p>
            <a:r>
              <a:rPr lang="ru-RU" dirty="0"/>
              <a:t>Покупателям находить и покупать вещи</a:t>
            </a:r>
          </a:p>
          <a:p>
            <a:r>
              <a:rPr lang="ru-RU" dirty="0"/>
              <a:t>Обеим сторонам безопасно взаимодействовать через встроенный чат и систему рейтингов</a:t>
            </a:r>
          </a:p>
          <a:p>
            <a:r>
              <a:rPr lang="ru-RU" dirty="0"/>
              <a:t>Администраторам контролировать активность на платформе</a:t>
            </a:r>
          </a:p>
          <a:p>
            <a:pPr marL="0" indent="0">
              <a:buNone/>
            </a:pPr>
            <a:r>
              <a:rPr lang="ru-RU" b="1" dirty="0"/>
              <a:t>Целевая аудитория:</a:t>
            </a:r>
            <a:r>
              <a:rPr lang="ru-RU" dirty="0"/>
              <a:t> активные пользователи смартфонов, желающие продать ненужные вещи или купить качественную одежду по доступным ценам.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423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AAF29-54EE-347D-46FD-F20F00CB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Основной функционал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BDA8A3-B5C3-5A52-D554-C31816D73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196" y="1426614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300" b="1" dirty="0"/>
              <a:t>Трёхуровневая система ролей:</a:t>
            </a:r>
            <a:endParaRPr lang="ru-RU" sz="2300" dirty="0"/>
          </a:p>
          <a:p>
            <a:r>
              <a:rPr lang="ru-RU" sz="2300" b="1" dirty="0"/>
              <a:t>Покупатель:</a:t>
            </a:r>
            <a:r>
              <a:rPr lang="ru-RU" sz="2300" dirty="0"/>
              <a:t> просмотр товаров, добавление в корзину, покупка, чат с продавцом</a:t>
            </a:r>
          </a:p>
          <a:p>
            <a:r>
              <a:rPr lang="ru-RU" sz="2300" b="1" dirty="0"/>
              <a:t>Продавец:</a:t>
            </a:r>
            <a:r>
              <a:rPr lang="ru-RU" sz="2300" dirty="0"/>
              <a:t> управление товарами, просмотр продаж, общение с покупателями</a:t>
            </a:r>
          </a:p>
          <a:p>
            <a:r>
              <a:rPr lang="ru-RU" sz="2300" b="1" dirty="0"/>
              <a:t>Администратор:</a:t>
            </a:r>
            <a:r>
              <a:rPr lang="ru-RU" sz="2300" dirty="0"/>
              <a:t> управление пользователями и товарами, статистика платформы</a:t>
            </a:r>
          </a:p>
          <a:p>
            <a:pPr marL="0" indent="0">
              <a:buNone/>
            </a:pPr>
            <a:r>
              <a:rPr lang="ru-RU" sz="2300" b="1" dirty="0"/>
              <a:t>Ключевые функции:</a:t>
            </a:r>
            <a:endParaRPr lang="ru-RU" sz="2300" dirty="0"/>
          </a:p>
          <a:p>
            <a:r>
              <a:rPr lang="ru-RU" sz="2300" dirty="0"/>
              <a:t>Личный кабинет с настройками профиля</a:t>
            </a:r>
          </a:p>
          <a:p>
            <a:r>
              <a:rPr lang="ru-RU" sz="2300" dirty="0"/>
              <a:t>Система рейтингов и отзывов</a:t>
            </a:r>
          </a:p>
          <a:p>
            <a:r>
              <a:rPr lang="ru-RU" sz="2300" dirty="0"/>
              <a:t>Встроенный чат для обсуждения товаров</a:t>
            </a:r>
          </a:p>
          <a:p>
            <a:r>
              <a:rPr lang="ru-RU" sz="2300" dirty="0"/>
              <a:t>Корзина и оформление заказов</a:t>
            </a:r>
          </a:p>
          <a:p>
            <a:r>
              <a:rPr lang="ru-RU" sz="2300" dirty="0"/>
              <a:t>История покупок и продаж</a:t>
            </a:r>
          </a:p>
        </p:txBody>
      </p:sp>
    </p:spTree>
    <p:extLst>
      <p:ext uri="{BB962C8B-B14F-4D97-AF65-F5344CB8AC3E}">
        <p14:creationId xmlns:p14="http://schemas.microsoft.com/office/powerpoint/2010/main" val="284790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717E3-B159-3C18-ECD0-9C7A1337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021D5-725C-76A8-6401-8BB967E4C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Проект основан на </a:t>
            </a:r>
            <a:r>
              <a:rPr lang="ru-RU" b="1" dirty="0"/>
              <a:t>модульной архитектуре</a:t>
            </a:r>
            <a:r>
              <a:rPr lang="ru-RU" dirty="0"/>
              <a:t> с разделением по ролям:</a:t>
            </a:r>
          </a:p>
          <a:p>
            <a:r>
              <a:rPr lang="ru-RU" dirty="0"/>
              <a:t>Модуль покупателя (каталог, корзина, чаты)</a:t>
            </a:r>
          </a:p>
          <a:p>
            <a:r>
              <a:rPr lang="ru-RU" dirty="0"/>
              <a:t>Модуль продавца (управление товарами, продажи)</a:t>
            </a:r>
          </a:p>
          <a:p>
            <a:r>
              <a:rPr lang="ru-RU" dirty="0"/>
              <a:t>Модуль администратора (статистика)</a:t>
            </a:r>
          </a:p>
          <a:p>
            <a:pPr marL="0" indent="0">
              <a:buNone/>
            </a:pPr>
            <a:r>
              <a:rPr lang="ru-RU" b="1" dirty="0"/>
              <a:t>Используемые подходы:</a:t>
            </a:r>
            <a:endParaRPr lang="ru-RU" dirty="0"/>
          </a:p>
          <a:p>
            <a:r>
              <a:rPr lang="ru-RU" dirty="0"/>
              <a:t>Локальная/серверная база данных для хранения товаров и пользователей</a:t>
            </a:r>
          </a:p>
          <a:p>
            <a:r>
              <a:rPr lang="ru-RU" dirty="0"/>
              <a:t>Навигация через фрагменты и </a:t>
            </a:r>
            <a:r>
              <a:rPr lang="ru-RU" dirty="0" err="1"/>
              <a:t>Bottom</a:t>
            </a:r>
            <a:r>
              <a:rPr lang="ru-RU" dirty="0"/>
              <a:t> </a:t>
            </a:r>
            <a:r>
              <a:rPr lang="ru-RU" dirty="0" err="1"/>
              <a:t>Navigation</a:t>
            </a:r>
            <a:endParaRPr lang="ru-RU" dirty="0"/>
          </a:p>
          <a:p>
            <a:r>
              <a:rPr lang="ru-RU" dirty="0"/>
              <a:t>Защищённые транзакции и система рейтингов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230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4D586-A561-5A0C-0169-DDBBBCF4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Используемые технологии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502B72-DB29-5127-73F9-1FEE8B659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 + Android Studio</a:t>
            </a:r>
            <a:r>
              <a:rPr lang="en-US" dirty="0"/>
              <a:t> — </a:t>
            </a:r>
            <a:r>
              <a:rPr lang="ru-RU" dirty="0"/>
              <a:t>основной стек разработки</a:t>
            </a:r>
          </a:p>
          <a:p>
            <a:r>
              <a:rPr lang="en-US" b="1" dirty="0"/>
              <a:t>SQLite</a:t>
            </a:r>
            <a:r>
              <a:rPr lang="en-US" dirty="0"/>
              <a:t> — </a:t>
            </a:r>
            <a:r>
              <a:rPr lang="ru-RU" dirty="0"/>
              <a:t>хранение данных о товарах, пользователях и чатах</a:t>
            </a:r>
          </a:p>
          <a:p>
            <a:r>
              <a:rPr lang="en-US" b="1" dirty="0"/>
              <a:t>Material Design</a:t>
            </a:r>
            <a:r>
              <a:rPr lang="en-US" dirty="0"/>
              <a:t> — </a:t>
            </a:r>
            <a:r>
              <a:rPr lang="ru-RU" dirty="0"/>
              <a:t>современный и удобный интерфейс</a:t>
            </a:r>
          </a:p>
          <a:p>
            <a:r>
              <a:rPr lang="en-US" b="1" dirty="0"/>
              <a:t>Navigation Component</a:t>
            </a:r>
            <a:r>
              <a:rPr lang="en-US" dirty="0"/>
              <a:t> — </a:t>
            </a:r>
            <a:r>
              <a:rPr lang="ru-RU" dirty="0"/>
              <a:t>безопасная навигация между экранами</a:t>
            </a:r>
          </a:p>
          <a:p>
            <a:r>
              <a:rPr lang="en-US" b="1" dirty="0"/>
              <a:t>Git/GitHub</a:t>
            </a:r>
            <a:r>
              <a:rPr lang="en-US" dirty="0"/>
              <a:t> — </a:t>
            </a:r>
            <a:r>
              <a:rPr lang="ru-RU" dirty="0"/>
              <a:t>контроль версий</a:t>
            </a:r>
          </a:p>
          <a:p>
            <a:r>
              <a:rPr lang="en-US" b="1" dirty="0"/>
              <a:t>Glide/Picasso</a:t>
            </a:r>
            <a:r>
              <a:rPr lang="en-US" dirty="0"/>
              <a:t> — </a:t>
            </a:r>
            <a:r>
              <a:rPr lang="ru-RU" dirty="0"/>
              <a:t>загрузка и кэширование изображений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730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951AA-5E73-5BE1-451C-BAE75737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Реализованный функционал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75A20E-D5DA-18BA-C918-0EFDCDBFF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✅ </a:t>
            </a:r>
            <a:r>
              <a:rPr lang="ru-RU" b="1" dirty="0"/>
              <a:t>Авторизация и регистрация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Личный кабинет с настройками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Размещение и управление товарами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Поиск и фильтрация товаров по категориям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Корзина и оформление заказов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Встроенный чат между пользователями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Система рейтингов и отзывов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История покупок и продаж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Панель администратора (модерация пользователей и товаров)</a:t>
            </a:r>
            <a:br>
              <a:rPr lang="ru-RU" dirty="0"/>
            </a:br>
            <a:r>
              <a:rPr lang="ru-RU" dirty="0"/>
              <a:t>✅ </a:t>
            </a:r>
            <a:r>
              <a:rPr lang="ru-RU" b="1" dirty="0"/>
              <a:t>Адаптивный и интуитивный интерфейс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618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588AB-C271-79CE-5D44-9F24042F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Планы развития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71CA8-1154-EA35-F356-263E8E3E7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Интеграция с платёжными системами</a:t>
            </a:r>
            <a:r>
              <a:rPr lang="ru-RU" dirty="0"/>
              <a:t> (карты, электронные кошельки)</a:t>
            </a:r>
          </a:p>
          <a:p>
            <a:r>
              <a:rPr lang="ru-RU" b="1" dirty="0"/>
              <a:t>Система уведомлений</a:t>
            </a:r>
            <a:r>
              <a:rPr lang="ru-RU" dirty="0"/>
              <a:t> (PUSH, </a:t>
            </a:r>
            <a:r>
              <a:rPr lang="ru-RU" dirty="0" err="1"/>
              <a:t>email</a:t>
            </a:r>
            <a:r>
              <a:rPr lang="ru-RU" dirty="0"/>
              <a:t>)</a:t>
            </a:r>
          </a:p>
          <a:p>
            <a:r>
              <a:rPr lang="ru-RU" b="1" dirty="0"/>
              <a:t>Расширенная аналитика</a:t>
            </a:r>
            <a:r>
              <a:rPr lang="ru-RU" dirty="0"/>
              <a:t> для продавцов</a:t>
            </a:r>
          </a:p>
          <a:p>
            <a:r>
              <a:rPr lang="ru-RU" b="1" dirty="0"/>
              <a:t>Рекомендательная система</a:t>
            </a:r>
            <a:r>
              <a:rPr lang="ru-RU" dirty="0"/>
              <a:t> на основе истории просмотров</a:t>
            </a:r>
          </a:p>
          <a:p>
            <a:r>
              <a:rPr lang="ru-RU" b="1" dirty="0"/>
              <a:t>Верификация пользователей</a:t>
            </a:r>
            <a:r>
              <a:rPr lang="ru-RU" dirty="0"/>
              <a:t> для повышения доверия</a:t>
            </a:r>
          </a:p>
          <a:p>
            <a:r>
              <a:rPr lang="ru-RU" b="1" dirty="0"/>
              <a:t>Интеграция со службами доставки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38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4AB1D-A557-4291-468D-3AF4C45D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Выводы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8ADF68-D582-F346-B2CF-C53F8DE8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ReStyle</a:t>
            </a:r>
            <a:r>
              <a:rPr lang="ru-RU" dirty="0"/>
              <a:t> — это современное, безопасное и удобное решение для рынка вторичной одежды. Приложение:</a:t>
            </a:r>
          </a:p>
          <a:p>
            <a:r>
              <a:rPr lang="ru-RU" dirty="0"/>
              <a:t>Упрощает процесс покупки и продажи</a:t>
            </a:r>
          </a:p>
          <a:p>
            <a:r>
              <a:rPr lang="ru-RU" dirty="0"/>
              <a:t>Повышает уровень доверия между пользователями</a:t>
            </a:r>
          </a:p>
          <a:p>
            <a:r>
              <a:rPr lang="ru-RU" dirty="0"/>
              <a:t>Обеспечивает контроль качества контента через модерацию</a:t>
            </a:r>
          </a:p>
          <a:p>
            <a:r>
              <a:rPr lang="ru-RU" dirty="0"/>
              <a:t>Готово к масштабированию и интеграции с внешними сервисами</a:t>
            </a:r>
          </a:p>
          <a:p>
            <a:pPr marL="0" indent="0">
              <a:buNone/>
            </a:pPr>
            <a:r>
              <a:rPr lang="ru-RU" dirty="0"/>
              <a:t>Проект реализован с использованием актуальных технологий и готов к дальнейшему развитию.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93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6E3E9-4DBB-43CB-EBC3-D2109975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Демонстрация</a:t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Объект 4" descr="Изображение выглядит как текст, снимок экрана, женщина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1044F9-6228-6F26-B3E7-01C0F2FE1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6638" y="1148408"/>
            <a:ext cx="2081908" cy="445626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44DA46-853B-F34F-36B1-E1F980EF5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215" y="1200868"/>
            <a:ext cx="2081909" cy="445626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Веб-сайт, Реклама в Интернет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80D7061-7234-50DF-B9B8-ABED02ADB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059" y="1200871"/>
            <a:ext cx="2081908" cy="4456257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E98D69-1527-DAEB-6548-EA2AB7F75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99" y="1200871"/>
            <a:ext cx="2081908" cy="445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31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Широкоэкранный</PresentationFormat>
  <Paragraphs>65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ReStyle – приложение для покупки и продажи одежды </vt:lpstr>
      <vt:lpstr>План презентации </vt:lpstr>
      <vt:lpstr>Идея проекта </vt:lpstr>
      <vt:lpstr>Основной функционал </vt:lpstr>
      <vt:lpstr>Архитектура проекта</vt:lpstr>
      <vt:lpstr>Используемые технологии </vt:lpstr>
      <vt:lpstr>Реализованный функционал </vt:lpstr>
      <vt:lpstr>Планы развития </vt:lpstr>
      <vt:lpstr>Выводы </vt:lpstr>
      <vt:lpstr>Демонстрация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Екатерина Киселёва</dc:creator>
  <cp:lastModifiedBy>Екатерина Киселёва</cp:lastModifiedBy>
  <cp:revision>1</cp:revision>
  <dcterms:created xsi:type="dcterms:W3CDTF">2025-12-14T20:05:31Z</dcterms:created>
  <dcterms:modified xsi:type="dcterms:W3CDTF">2025-12-14T20:05:34Z</dcterms:modified>
</cp:coreProperties>
</file>